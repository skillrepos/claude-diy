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Calibri"/>
              </a:rPr>
              <a:t>Active wholesale accounts, end of 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Wholesale accounts</c:v>
                </c:pt>
              </c:strCache>
            </c:strRef>
          </c:tx>
          <c:spPr>
            <a:solidFill>
              <a:srgbClr val="1D4E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35</c:v>
                </c:pt>
                <c:pt idx="2">
                  <c:v>38</c:v>
                </c:pt>
                <c:pt idx="3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deck for the DIY demo. Harborview Coffee Co. is fictional.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 Title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46120"/>
            <a:ext cx="1280160" cy="7315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HARBORVIEW COFFEE CO.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73736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5204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7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 Section">
    <p:bg>
      <p:bgPr>
        <a:solidFill>
          <a:srgbClr val="1D4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64592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rgbClr val="C27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Shape 0"/>
          <p:cNvSpPr/>
          <p:nvPr/>
        </p:nvSpPr>
        <p:spPr>
          <a:xfrm>
            <a:off x="731520" y="4434840"/>
            <a:ext cx="109728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179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9CB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 Title Only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3B2A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7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HARBORVIEW COFFEE CO.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6492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Owners' Review  ·  sample data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914400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 Chart and Takeaways">
    <p:bg>
      <p:bgPr>
        <a:solidFill>
          <a:srgbClr val="F7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3B2A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7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HARBORVIEW COFFEE CO.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6492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Owners' Review  ·  sample data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914400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7" name="Shape 4"/>
          <p:cNvSpPr/>
          <p:nvPr/>
        </p:nvSpPr>
        <p:spPr>
          <a:xfrm>
            <a:off x="7635240" y="1600200"/>
            <a:ext cx="40233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9" name="Text 6"/>
          <p:cNvSpPr/>
          <p:nvPr>
            <p:ph idx="107" type="chart" hasCustomPrompt="1"/>
          </p:nvPr>
        </p:nvSpPr>
        <p:spPr>
          <a:xfrm>
            <a:off x="548640" y="1600200"/>
            <a:ext cx="681228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7863840" y="2148840"/>
            <a:ext cx="356616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179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9CB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7373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FY2026 Owners' Review</a:t>
            </a:r>
            <a:endParaRPr lang="en-US" sz="4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52044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F7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Owners' meeting  ·  September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7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9202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at a glance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7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920240" y="278892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results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40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7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20240" y="38404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and wholesale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8920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7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20240" y="48920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for the owners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FY2026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2606040" cy="109728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open all year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4992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64992" y="1828800"/>
            <a:ext cx="2606040" cy="109728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22860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47872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accounts (up from 32)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81344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1344" y="1828800"/>
            <a:ext cx="2606040" cy="109728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3" name="Text 11"/>
          <p:cNvSpPr/>
          <p:nvPr/>
        </p:nvSpPr>
        <p:spPr>
          <a:xfrm>
            <a:off x="6181344" y="22860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2,180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64224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97696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97696" y="1828800"/>
            <a:ext cx="2606040" cy="109728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7" name="Text 15"/>
          <p:cNvSpPr/>
          <p:nvPr/>
        </p:nvSpPr>
        <p:spPr>
          <a:xfrm>
            <a:off x="8997696" y="22860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4.7★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180576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café rating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detail follows in section 02.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64592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C27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results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179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9CB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64592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C27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Cafés and wholesale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17920"/>
            <a:ext cx="54864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9CB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Wholesale accounts grew every quarter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>
            <p:ph idx="107" type="chart" hasCustomPrompt="1"/>
          </p:nvPr>
        </p:nvGraphicFramePr>
        <p:xfrm>
          <a:off x="548640" y="1600200"/>
          <a:ext cx="68122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6"/>
          <p:cNvSpPr/>
          <p:nvPr>
            <p:ph idx="108" type="body" hasCustomPrompt="1"/>
          </p:nvPr>
        </p:nvSpPr>
        <p:spPr>
          <a:xfrm>
            <a:off x="7863840" y="21488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new accounts this year, mostly offices and two hotels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dipped slightly in revenue after one grocery account paused orders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roastery is at 70% of capacity, so there is room to grow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decisions for the owners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37360"/>
            <a:ext cx="109728" cy="356616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the lease for a fourth café on Pier Street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spring 2027 if approved in October.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737360"/>
            <a:ext cx="109728" cy="356616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2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a monthly coffee subscription online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0" y="3977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loyalty members first, then open it up.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Harborview Coffee Co. (fictional)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FY2026 Owners' Review</dc:title>
  <dc:subject>PptxGenJS Presentation</dc:subject>
  <dc:creator>PptxGenJS</dc:creator>
  <cp:lastModifiedBy>PptxGenJS</cp:lastModifiedBy>
  <cp:revision>1</cp:revision>
  <dcterms:created xsi:type="dcterms:W3CDTF">2026-10-12T15:07:00Z</dcterms:created>
  <dcterms:modified xsi:type="dcterms:W3CDTF">2026-10-12T15:07:00Z</dcterms:modified>
</cp:coreProperties>
</file>